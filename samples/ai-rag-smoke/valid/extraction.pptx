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9627ba3f1c4dee" /><Relationship Type="http://schemas.openxmlformats.org/officeDocument/2006/relationships/extended-properties" Target="/docProps/app.xml" Id="Rf4bf74e887de44ea" /><Relationship Type="http://schemas.openxmlformats.org/officeDocument/2006/relationships/officeDocument" Target="/ppt/presentation.xml" Id="Rc4745a3eeb7243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5080c9daa4b63"/>
  </p:sldMasterIdLst>
  <p:notesMasterIdLst>
    <p:notesMasterId xmlns:r="http://schemas.openxmlformats.org/officeDocument/2006/relationships" r:id="Raeaa6fc6c91c45fd"/>
  </p:notesMasterIdLst>
  <p:sldIdLst>
    <p:sldId xmlns:r="http://schemas.openxmlformats.org/officeDocument/2006/relationships" id="256" r:id="Rae591516b0a146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46cff96ceb48ab" /><Relationship Type="http://schemas.openxmlformats.org/officeDocument/2006/relationships/slideMaster" Target="/ppt/slideMasters/slideMaster1.xml" Id="R7755080c9daa4b63" /><Relationship Type="http://schemas.openxmlformats.org/officeDocument/2006/relationships/notesMaster" Target="/ppt/notesMasters/notesMaster1.xml" Id="Raeaa6fc6c91c45fd" /><Relationship Type="http://schemas.openxmlformats.org/officeDocument/2006/relationships/presProps" Target="/ppt/presProps.xml" Id="Rcdb133e447ec4578" /><Relationship Type="http://schemas.openxmlformats.org/officeDocument/2006/relationships/tableStyles" Target="/ppt/tableStyles.xml" Id="R28a8ce552526439e" /><Relationship Type="http://schemas.openxmlformats.org/officeDocument/2006/relationships/slide" Target="/ppt/slides/slide1.xml" Id="Rae591516b0a146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cbf88fbbce40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b8510a4d734da0" /><Relationship Type="http://schemas.openxmlformats.org/officeDocument/2006/relationships/notesMaster" Target="/ppt/notesMasters/notesMaster1.xml" Id="Rb12f98c47aef46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1bddc5e9049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6d308288443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d0edd58fe46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ac2b1e56c43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d6b9846b445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e26a88d884c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81C8DD-8057-4D56-8E49-785EBCC21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B92DBE-A7B7-4B9D-805F-EC48B53476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AA1CD0-D097-4DE6-A5C0-AE9832800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F132D4-27D3-402D-8CAB-384939942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0E8413-3DF7-45FA-A317-1CC0DAF9A7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EE709C-5D52-4688-8E4F-AE4937D49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598538-C1E9-4DFC-A6EB-52ADE7874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E31ED5-C879-4ADB-AC03-13FA0E5231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2E0E4A-8DDB-4CAF-A0D9-1DF85BA4B1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373D1D-7864-4914-8E3C-E8F1CBAFFC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e50665b9524e0b" /><Relationship Type="http://schemas.openxmlformats.org/officeDocument/2006/relationships/slideLayout" Target="/ppt/slideLayouts/slideLayout1.xml" Id="Rcd5c729899094a60" /><Relationship Type="http://schemas.openxmlformats.org/officeDocument/2006/relationships/slideLayout" Target="/ppt/slideLayouts/slideLayout2.xml" Id="Rfccf6bce68864a22" /><Relationship Type="http://schemas.openxmlformats.org/officeDocument/2006/relationships/slideLayout" Target="/ppt/slideLayouts/slideLayout3.xml" Id="R9e2c55d6f920438f" /><Relationship Type="http://schemas.openxmlformats.org/officeDocument/2006/relationships/slideLayout" Target="/ppt/slideLayouts/slideLayout4.xml" Id="R53362bf321ab40c1" /><Relationship Type="http://schemas.openxmlformats.org/officeDocument/2006/relationships/slideLayout" Target="/ppt/slideLayouts/slideLayout5.xml" Id="Rf43d8ceeb30444c2" /><Relationship Type="http://schemas.openxmlformats.org/officeDocument/2006/relationships/slideLayout" Target="/ppt/slideLayouts/slideLayout6.xml" Id="R052565a8ed0c4e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5c729899094a60"/>
    <p:sldLayoutId xmlns:r="http://schemas.openxmlformats.org/officeDocument/2006/relationships" id="2147483650" r:id="Rfccf6bce68864a22"/>
    <p:sldLayoutId xmlns:r="http://schemas.openxmlformats.org/officeDocument/2006/relationships" id="2147483651" r:id="R9e2c55d6f920438f"/>
    <p:sldLayoutId xmlns:r="http://schemas.openxmlformats.org/officeDocument/2006/relationships" id="2147483652" r:id="R53362bf321ab40c1"/>
    <p:sldLayoutId xmlns:r="http://schemas.openxmlformats.org/officeDocument/2006/relationships" id="2147483653" r:id="Rf43d8ceeb30444c2"/>
    <p:sldLayoutId xmlns:r="http://schemas.openxmlformats.org/officeDocument/2006/relationships" id="2147483654" r:id="R052565a8ed0c4e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31f8b0e2a427e" /><Relationship Type="http://schemas.openxmlformats.org/officeDocument/2006/relationships/notesSlide" Target="/ppt/notesSlides/notesSlide1.xml" Id="Rd878a67b1df446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ine-0">
            <a:extLst xmlns:a="http://schemas.openxmlformats.org/drawingml/2006/main">
              <a:ext uri="{FF2B5EF4-FFF2-40B4-BE49-F238E27FC236}">
                <a16:creationId xmlns:a16="http://schemas.microsoft.com/office/drawing/2014/main" id="{3808DCD0-49BC-448B-94D2-9F631410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Extraction smoke fixture</a:t>
            </a:r>
          </a:p>
        </p:txBody>
      </p:sp>
      <p:sp>
        <p:nvSpPr>
          <p:cNvPr id="2" name="line-1">
            <a:extLst xmlns:a="http://schemas.openxmlformats.org/drawingml/2006/main">
              <a:ext uri="{FF2B5EF4-FFF2-40B4-BE49-F238E27FC236}">
                <a16:creationId xmlns:a16="http://schemas.microsoft.com/office/drawing/2014/main" id="{2FD2070B-CE2E-43B5-ABA5-CA06200A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00000"/>
                </a:solidFill>
                <a:latin typeface="Arial"/>
                <a:ea typeface="Arial"/>
                <a:cs typeface="Arial"/>
              </a:rPr>
              <a:t>SMOKE_EXTRACT_ALPHA_20261011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302E7721-9E47-492B-BDD3-DC3C7DE2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reference value is 42.</a:t>
            </a:r>
          </a:p>
        </p:txBody>
      </p:sp>
      <p:sp>
        <p:nvSpPr>
          <p:cNvPr id="4" name="line-3">
            <a:extLst xmlns:a="http://schemas.openxmlformats.org/drawingml/2006/main">
              <a:ext uri="{FF2B5EF4-FFF2-40B4-BE49-F238E27FC236}">
                <a16:creationId xmlns:a16="http://schemas.microsoft.com/office/drawing/2014/main" id="{14FFD5A2-2548-4B39-AF7A-6B2C3314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00000"/>
                </a:solidFill>
                <a:latin typeface="Arial"/>
                <a:ea typeface="Arial"/>
                <a:cs typeface="Arial"/>
              </a:rPr>
              <a:t>SMOKE_EXTRACT_OMEGA_20261011</a:t>
            </a:r>
          </a:p>
        </p:txBody>
      </p:sp>
      <p:sp>
        <p:nvSpPr>
          <p:cNvPr id="5" name="line-4">
            <a:extLst xmlns:a="http://schemas.openxmlformats.org/drawingml/2006/main">
              <a:ext uri="{FF2B5EF4-FFF2-40B4-BE49-F238E27FC236}">
                <a16:creationId xmlns:a16="http://schemas.microsoft.com/office/drawing/2014/main" id="{C500C9B9-116D-48AB-814D-9A12851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00000"/>
                </a:solidFill>
                <a:latin typeface="Arial"/>
                <a:ea typeface="Arial"/>
                <a:cs typeface="Arial"/>
              </a:rPr>
              <a:t>Türkçe karakterler: öğrenci, üniversite, ışık, ölçüm.</a:t>
            </a:r>
          </a:p>
        </p:txBody>
      </p:sp>
    </p:spTree>
    <p:extLst>
      <p:ext uri="{BB962C8B-B14F-4D97-AF65-F5344CB8AC3E}">
        <p14:creationId xmlns:p14="http://schemas.microsoft.com/office/powerpoint/2010/main" val="102807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2026-10-11T15:18:20.7030000Z</dcterms:created>
  <dcterms:modified xsi:type="dcterms:W3CDTF">2026-10-11T15:18:20.7030000Z</dcterms:modified>
</coreProperties>
</file>