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64fe735d44d73" /><Relationship Type="http://schemas.openxmlformats.org/officeDocument/2006/relationships/extended-properties" Target="/docProps/app.xml" Id="R3e72ce8a3b28403e" /><Relationship Type="http://schemas.openxmlformats.org/officeDocument/2006/relationships/officeDocument" Target="/ppt/presentation.xml" Id="R07f6449f35964b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3efb1c88384993"/>
  </p:sldMasterIdLst>
  <p:notesMasterIdLst>
    <p:notesMasterId xmlns:r="http://schemas.openxmlformats.org/officeDocument/2006/relationships" r:id="Rfa224ddb83b04890"/>
  </p:notesMasterIdLst>
  <p:sldIdLst>
    <p:sldId xmlns:r="http://schemas.openxmlformats.org/officeDocument/2006/relationships" id="256" r:id="Ra97469543c3248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533d028fa401f" /><Relationship Type="http://schemas.openxmlformats.org/officeDocument/2006/relationships/slideMaster" Target="/ppt/slideMasters/slideMaster1.xml" Id="R4d3efb1c88384993" /><Relationship Type="http://schemas.openxmlformats.org/officeDocument/2006/relationships/notesMaster" Target="/ppt/notesMasters/notesMaster1.xml" Id="Rfa224ddb83b04890" /><Relationship Type="http://schemas.openxmlformats.org/officeDocument/2006/relationships/presProps" Target="/ppt/presProps.xml" Id="Rfa0948d561004cae" /><Relationship Type="http://schemas.openxmlformats.org/officeDocument/2006/relationships/tableStyles" Target="/ppt/tableStyles.xml" Id="Ra60e101fa41b46c9" /><Relationship Type="http://schemas.openxmlformats.org/officeDocument/2006/relationships/slide" Target="/ppt/slides/slide1.xml" Id="Ra97469543c32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86fecd7a334d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56be1cb1f34baa" /><Relationship Type="http://schemas.openxmlformats.org/officeDocument/2006/relationships/notesMaster" Target="/ppt/notesMasters/notesMaster1.xml" Id="R547929906588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19776a7a148f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d72cc911b40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b9eb147a642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535764fff49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6eebd20144e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93796092540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1190A3-9293-45A9-8759-F10B02FC7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B5444A-E6FD-4078-BD64-8FD78FE502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48ACB50-A5D4-43A6-8C56-239EB9090F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9F6D29-7E42-4BE9-A2D3-79920A9126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086999-4707-4F69-95EA-85B8A58A94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94ECB8-2062-4BF2-8052-492BA4470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5A062C-FF72-4D15-A7E8-EDBABB19A1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4A017C-8B66-4559-90DE-EEEA6FB34F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70E530-137B-4ED3-9020-DF67619BE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A2E624-BBAD-4E13-87E8-6ACCD85D74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0ab115d993484b" /><Relationship Type="http://schemas.openxmlformats.org/officeDocument/2006/relationships/slideLayout" Target="/ppt/slideLayouts/slideLayout1.xml" Id="R65c720c33ee7496e" /><Relationship Type="http://schemas.openxmlformats.org/officeDocument/2006/relationships/slideLayout" Target="/ppt/slideLayouts/slideLayout2.xml" Id="Rc1b9a2b0b6774669" /><Relationship Type="http://schemas.openxmlformats.org/officeDocument/2006/relationships/slideLayout" Target="/ppt/slideLayouts/slideLayout3.xml" Id="Rd0d9f5d523614db9" /><Relationship Type="http://schemas.openxmlformats.org/officeDocument/2006/relationships/slideLayout" Target="/ppt/slideLayouts/slideLayout4.xml" Id="R3c4e3d271ebe42f1" /><Relationship Type="http://schemas.openxmlformats.org/officeDocument/2006/relationships/slideLayout" Target="/ppt/slideLayouts/slideLayout5.xml" Id="Rfe5f709aa80a4109" /><Relationship Type="http://schemas.openxmlformats.org/officeDocument/2006/relationships/slideLayout" Target="/ppt/slideLayouts/slideLayout6.xml" Id="R0252c8f7011f4e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c720c33ee7496e"/>
    <p:sldLayoutId xmlns:r="http://schemas.openxmlformats.org/officeDocument/2006/relationships" id="2147483650" r:id="Rc1b9a2b0b6774669"/>
    <p:sldLayoutId xmlns:r="http://schemas.openxmlformats.org/officeDocument/2006/relationships" id="2147483651" r:id="Rd0d9f5d523614db9"/>
    <p:sldLayoutId xmlns:r="http://schemas.openxmlformats.org/officeDocument/2006/relationships" id="2147483652" r:id="R3c4e3d271ebe42f1"/>
    <p:sldLayoutId xmlns:r="http://schemas.openxmlformats.org/officeDocument/2006/relationships" id="2147483653" r:id="Rfe5f709aa80a4109"/>
    <p:sldLayoutId xmlns:r="http://schemas.openxmlformats.org/officeDocument/2006/relationships" id="2147483654" r:id="R0252c8f7011f4e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eb184d54a4d8d" /><Relationship Type="http://schemas.openxmlformats.org/officeDocument/2006/relationships/notesSlide" Target="/ppt/notesSlides/notesSlide1.xml" Id="R2b086bcad3334d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mpty-body">
            <a:extLst xmlns:a="http://schemas.openxmlformats.org/drawingml/2006/main">
              <a:ext uri="{FF2B5EF4-FFF2-40B4-BE49-F238E27FC236}">
                <a16:creationId xmlns:a16="http://schemas.microsoft.com/office/drawing/2014/main" id="{E346E760-9917-40E6-87CE-E00E0366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31225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2026-10-11T15:19:17.1440000Z</dcterms:created>
  <dcterms:modified xsi:type="dcterms:W3CDTF">2026-10-11T15:19:17.1440000Z</dcterms:modified>
</coreProperties>
</file>